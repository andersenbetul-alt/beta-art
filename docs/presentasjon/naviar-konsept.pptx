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Naviar Care er programvare for tjenesteleverandører som gjør praktiske besøk hos eldre hjemme. Denne presentasjonen forteller hvordan konseptet ble formet – og at det ble formet av en grense, ikke av en funksjonsliste.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Utgangspunktet er ikke en app-idé. Det er en avstand mellom to mennesker, og et informasjonshull i midten.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Setningen er ikke markedsføring. Den er testen: kommer et forslag i konflikt med den, blir det ikke bygget.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Dette er kjernen i hvordan konseptet ble til: en juridisk analyse av arbeidsgiveransvar fjernet en hel produktretning, og det som ble igjen er skarpere.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Arbeideren har ikke konto. Det er et bevisst valg, ikke en mangel.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Blir noe av dette bedt om, sier vi hva grensen er og hva som kan gjøres i stedet. Vi bygger det ikke bak et flagg.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Dette er ikke sletting av rader – felter faller bort etter tur. Etter fjerde trinn er raden anonym statistikk.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AA-kravet er avledet fra synsstyrken til en åttiåring. Derfor har AA null margin for nettopp våre brukere, og AAA er den ansvarlige interne grensa.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Klarhet åpner to betalingsstrømmer koden holder stengt. Derfor står den som «avklares», ikke som «kommer snart».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som gjenstår er ikke kode. Det er tre avgjørelser og et varemerkesøk.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Tjenesten er definert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det den nekter å lagre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40233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Naviar Care · hvordan konseptet ble til, og hva det er til for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4892040"/>
            <a:ext cx="3840480" cy="0"/>
          </a:xfrm>
          <a:prstGeom prst="line">
            <a:avLst/>
          </a:prstGeom>
          <a:noFill/>
          <a:ln w="15875">
            <a:solidFill>
              <a:srgbClr val="FBF6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0"/>
            <a:ext cx="91440" cy="91440"/>
          </a:xfrm>
          <a:prstGeom prst="ellipse">
            <a:avLst/>
          </a:prstGeom>
          <a:solidFill>
            <a:srgbClr val="FBF6EE"/>
          </a:solidFill>
          <a:ln/>
        </p:spPr>
      </p:sp>
      <p:sp>
        <p:nvSpPr>
          <p:cNvPr id="6" name="Shape 4"/>
          <p:cNvSpPr/>
          <p:nvPr/>
        </p:nvSpPr>
        <p:spPr>
          <a:xfrm>
            <a:off x="4617720" y="4846320"/>
            <a:ext cx="91440" cy="91440"/>
          </a:xfrm>
          <a:prstGeom prst="ellipse">
            <a:avLst/>
          </a:prstGeom>
          <a:ln w="15875">
            <a:solidFill>
              <a:srgbClr val="FBF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Mamma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Problemet er en avstand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 vil bo hjemme. </a:t>
            </a:r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bor et annet sted, og du kan ikke være der hver gang noe praktisk må ordnes.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29260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 finnes hjelp. Problemet er ikke mangel på tjenester – det er at ingen vet hva som faktisk skjedde, når, og av hvem.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49440" y="1737360"/>
            <a:ext cx="43891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177800" dist="38100" dir="5400000">
              <a:srgbClr val="101A2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 dagligvarer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60920" y="2670048"/>
            <a:ext cx="118872" cy="11887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578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Tirsdag 18.00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0920" y="3127248"/>
            <a:ext cx="118872" cy="11887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30358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60920" y="3584448"/>
            <a:ext cx="118872" cy="118872"/>
          </a:xfrm>
          <a:prstGeom prst="ellipse">
            <a:avLst/>
          </a:prstGeom>
          <a:solidFill>
            <a:srgbClr val="657084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34930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Venter på svar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Familien kan ordne. Den eldre bestemmer.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Setningen alt annet henger på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10515600" cy="1691640"/>
          </a:xfrm>
          <a:prstGeom prst="roundRect">
            <a:avLst>
              <a:gd name="adj" fmla="val 6486"/>
            </a:avLst>
          </a:prstGeom>
          <a:solidFill>
            <a:srgbClr val="FBF6EE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91640"/>
            <a:ext cx="9784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Naviar Care er en programvaretjeneste som hjelper verifiserte tjenesteleverandører med å planlegge, dokumentere og varsle om praktiske besøk utført av leverandørens egne ansatte.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Hver funksjon prøves mot den setningen. Naviar er ikke: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arbeidsgiver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2044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leverandør av helsehjelp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2764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nødtjeneste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91540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2512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faglig ansvarlig for medarbeiderne</a:t>
            </a:r>
            <a:endParaRPr lang="en-US" sz="11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Konseptet ble formet av en grense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4846320" cy="2286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300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Først: markedsplass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Privatpersoner registrerer seg som hjelper. Naviar velger person, setter pris, fordeler oppdrag.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3429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Forkastet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4846320" cy="2286000"/>
          </a:xfrm>
          <a:prstGeom prst="roundRect">
            <a:avLst>
              <a:gd name="adj" fmla="val 4800"/>
            </a:avLst>
          </a:prstGeom>
          <a:solidFill>
            <a:srgbClr val="E6F1ED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Nå: programvare til leverandøren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812280" y="23774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Leverandøren er arbeidsgiver og legger inn sine egne ansatte. Naviar velger ingen og setter ingen lønn.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12280" y="3429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drift som pilot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«Grunnen er ikke smak.»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 noen er arbeidstaker eller oppdragstaker avgjøres av det reelle forholdet, ikke av hva avtalen kalles. En plattform som velger person, setter pris og styrer utførelsen, argumenterer mot seg selv.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 mennesker, tre ulike dører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enkeltbeslutningen som er lettest å rive ned uten å merke det.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167128"/>
            <a:ext cx="566928" cy="566928"/>
          </a:xfrm>
          <a:prstGeom prst="ellipse">
            <a:avLst/>
          </a:prstGeom>
          <a:solidFill>
            <a:srgbClr val="E6F1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67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216712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Kontoret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46320" y="21671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E-postinnlogging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0" y="216712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konto, én arbeidsdag, mange besøk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401568"/>
            <a:ext cx="566928" cy="566928"/>
          </a:xfrm>
          <a:prstGeom prst="ellipse">
            <a:avLst/>
          </a:prstGeom>
          <a:solidFill>
            <a:srgbClr val="E6F1ED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01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0200" y="34015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Hjelperen som søker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34015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 + engangskode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863840" y="340156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Bekrefter at nummeret er hennes. Én gang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636008"/>
            <a:ext cx="566928" cy="566928"/>
          </a:xfrm>
          <a:prstGeom prst="ellipse">
            <a:avLst/>
          </a:prstGeom>
          <a:solidFill>
            <a:srgbClr val="FBEEE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360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00200" y="463600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Arbeideren på oppdrag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46320" y="4636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Lenke per besøk. Ingen konto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863840" y="463600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Tilgang til ett besøk, ikke til et forhold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Arbeiderlenken dør etter tolv timer. Gir vi henne en konto, blir tilgangen varig, og et oppdrag blir en relasjon systemet må vedlikeholde.</a:t>
            </a:r>
            <a:endParaRPr lang="en-US" sz="13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ting bygges aldri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Uansett hvordan de blir bedt om.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Helsehjelp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7249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Medisinering, stell, sårbehandling, vurdering av helsetilstand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21031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27249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PIN, BankID, kontonummer eller verdisaker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Overvåking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4325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Løpende posisjon, bilder fra hjemmet, lydopptak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72200" y="37033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Automatikk uten menneske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92240" y="4325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Avgjørelser med store følger som ingen ser på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flagg er en policy. Fravær av kode er en grense.</a:t>
            </a:r>
            <a:endParaRPr lang="en-US" sz="19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Opplysningene faller bort i fire trinn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Slettingen kjører ved hver lesning, ikke som en nattjobb. En sletterutine som ikke kjører, er ikke en sletterutine.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timer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423160" y="2203704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496312" y="2350008"/>
            <a:ext cx="0" cy="694944"/>
          </a:xfrm>
          <a:prstGeom prst="line">
            <a:avLst/>
          </a:prstGeom>
          <a:noFill/>
          <a:ln w="19050">
            <a:solidFill>
              <a:srgbClr val="DDE2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0" y="20756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Arbeiderlenken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852160" y="21214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944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dager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23160" y="3044952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496312" y="3191256"/>
            <a:ext cx="0" cy="694944"/>
          </a:xfrm>
          <a:prstGeom prst="line">
            <a:avLst/>
          </a:prstGeom>
          <a:noFill/>
          <a:ln w="19050">
            <a:solidFill>
              <a:srgbClr val="DD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2916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Friteksten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296265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notat · rapport.kommentar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7856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dager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23160" y="3886200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6" name="Shape 14"/>
          <p:cNvSpPr/>
          <p:nvPr/>
        </p:nvSpPr>
        <p:spPr>
          <a:xfrm>
            <a:off x="2496312" y="4032504"/>
            <a:ext cx="0" cy="694944"/>
          </a:xfrm>
          <a:prstGeom prst="line">
            <a:avLst/>
          </a:prstGeom>
          <a:noFill/>
          <a:ln w="19050">
            <a:solidFill>
              <a:srgbClr val="DD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37581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Navn og kontaktpunkt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52160" y="380390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kunde · pårørende · ansattnavn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46268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år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23160" y="4727448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1" name="Text 19"/>
          <p:cNvSpPr/>
          <p:nvPr/>
        </p:nvSpPr>
        <p:spPr>
          <a:xfrm>
            <a:off x="2834640" y="4599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Resten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852160" y="4645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· oppgaver · tid · status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5303520"/>
            <a:ext cx="10515600" cy="658368"/>
          </a:xfrm>
          <a:prstGeom prst="roundRect">
            <a:avLst>
              <a:gd name="adj" fmla="val 13889"/>
            </a:avLst>
          </a:prstGeom>
          <a:solidFill>
            <a:srgbClr val="101A2E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530352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 SOM STÅR IGJEN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29000" y="530352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Måned og utfall. Raden handler ikke om noen lenger.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Tallene er utledet, ikke valgt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Brukerne er eldre og pårørende. Det avgjør målene.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7:1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Kontrast internt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Kravet i WCAG AA på 4,5:1 er utledet som 3:1 × 1,5 for synsstyrken til en åttiåring – altså null margin for våre brukere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0" y="2148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px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38912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Trykkflate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611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WCAG krever 24. Førtifire treffes ikke av en hånd som skjelver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0" y="2148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200 %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95528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Skrift uten å flyte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955280" y="3611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Norsk brekker der engelsk ikke gjør det. «Funksjonsnedsettelse» får ikke plass på en telefon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40 feilmeldinger er role="alert". En sperre uten alternativ blir omgått – og for den som ikke ser skjermen, fantes alternativet aldri.</a:t>
            </a:r>
            <a:endParaRPr lang="en-US" sz="13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tjenester under ett merke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074920" cy="3749040"/>
          </a:xfrm>
          <a:prstGeom prst="roundRect">
            <a:avLst>
              <a:gd name="adj" fmla="val 2927"/>
            </a:avLst>
          </a:prstGeom>
          <a:solidFill>
            <a:srgbClr val="E6F1ED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Besøksbekreftelse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2450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«Ett besøk. Én bekreftelse. Alle vet det.»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3063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88720" y="33101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Leverandøren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3721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Selges som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88720" y="396849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Programvare per leverandør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88720" y="4379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88720" y="4626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drift som pilot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074920" cy="3749040"/>
          </a:xfrm>
          <a:prstGeom prst="roundRect">
            <a:avLst>
              <a:gd name="adj" fmla="val 2927"/>
            </a:avLst>
          </a:prstGeom>
          <a:solidFill>
            <a:srgbClr val="FBF6EE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Klarhet 45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629400" y="2450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«Én samtale. Tre tydelige neste steg.»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29400" y="3063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101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Familien eller den eldre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29400" y="3721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Selges som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96849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599 kr for 45 minutter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629400" y="4379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4626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Betaling sperret til fire punkter er avklart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Legekonsultasjon er tegnet, beskrevet og bevisst ikke bygget: vurdering av symptomer er helsehjelp.</a:t>
            </a:r>
            <a:endParaRPr lang="en-US" sz="13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Hvor det står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327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enhetstester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38912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nettlesertester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5528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95528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feilende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291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Personvernsperra er prøvd mot en ekte PostgreSQL: 79 tekster gjennom både nettleseren og databasen, null uenigheter. Krympingen i fire trinn er kjørt for ekte.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70916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Varemerket er ikke søkt opp – navnet er ikke bekreftet ledig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09320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 avgjørelser om innlogging står åpne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47725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Betaling for Klarhet krever fire juridiske avklaringer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75120" y="6263640"/>
            <a:ext cx="3840480" cy="0"/>
          </a:xfrm>
          <a:prstGeom prst="line">
            <a:avLst/>
          </a:prstGeom>
          <a:noFill/>
          <a:ln w="15875">
            <a:solidFill>
              <a:srgbClr val="4CB99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6217920"/>
            <a:ext cx="91440" cy="91440"/>
          </a:xfrm>
          <a:prstGeom prst="ellipse">
            <a:avLst/>
          </a:prstGeom>
          <a:solidFill>
            <a:srgbClr val="4CB99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69880" y="6217920"/>
            <a:ext cx="91440" cy="91440"/>
          </a:xfrm>
          <a:prstGeom prst="ellipse">
            <a:avLst/>
          </a:prstGeom>
          <a:ln w="15875">
            <a:solidFill>
              <a:srgbClr val="4CB99B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Naviar Care – konseptet</dc:title>
  <dc:subject>PptxGenJS Presentation</dc:subject>
  <dc:creator>Naviar Care</dc:creator>
  <cp:lastModifiedBy>Naviar Care</cp:lastModifiedBy>
  <cp:revision>1</cp:revision>
  <dcterms:created xsi:type="dcterms:W3CDTF">2026-08-24T16:06:19Z</dcterms:created>
  <dcterms:modified xsi:type="dcterms:W3CDTF">2026-08-24T16:06:19Z</dcterms:modified>
</cp:coreProperties>
</file>