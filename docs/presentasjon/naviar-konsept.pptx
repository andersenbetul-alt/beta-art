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Naviar Care er programvare for tjenesteleverandører som gjør praktiske besøk hos eldre hjemme. Denne presentasjonen forteller hvordan konseptet ble formet – og at det ble formet av en grense, ikke av en funksjonsliste.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Utgangspunktet er ikke en app-idé. Det er en avstand mellom to mennesker, og et informasjonshull i midten.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Setningen er ikke markedsføring. Den er testen: kommer et forslag i konflikt med den, blir det ikke bygget.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kjernen i hvordan konseptet ble til: en juridisk analyse av arbeidsgiveransvar fjernet en hel produktretning, og det som ble igjen er skarpere.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Arbeideren har ikke konto. Det er et bevisst valg, ikke en mangel.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Blir noe av dette bedt om, sier vi hva grensen er og hva som kan gjøres i stedet. Vi bygger det ikke bak et flagg.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ikke sletting av rader – felter faller bort etter tur. Etter fjerde trinn er raden anonym statistikk.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AA-kravet er avledet fra synsstyrken til en åttiåring. Derfor har AA null margin for nettopp våre brukere, og AAA er den ansvarlige interne grensa.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Klarhet åpner to betalingsstrømmer koden holder stengt. Derfor står den som «avklares», ikke som «kommer snart».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som gjenstår er ikke kode. Det er tre avgjørelser og et varemerkesøk.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Tjenesten er definert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det den nekter å lagre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4023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CB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Care · hvordan konseptet ble til, og hva det er til for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3840480" cy="0"/>
          </a:xfrm>
          <a:prstGeom prst="line">
            <a:avLst/>
          </a:prstGeom>
          <a:noFill/>
          <a:ln w="15875">
            <a:solidFill>
              <a:srgbClr val="9AA6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846320"/>
            <a:ext cx="91440" cy="91440"/>
          </a:xfrm>
          <a:prstGeom prst="ellipse">
            <a:avLst/>
          </a:prstGeom>
          <a:solidFill>
            <a:srgbClr val="9AA6BB"/>
          </a:solidFill>
          <a:ln/>
        </p:spPr>
      </p:sp>
      <p:sp>
        <p:nvSpPr>
          <p:cNvPr id="6" name="Shape 4"/>
          <p:cNvSpPr/>
          <p:nvPr/>
        </p:nvSpPr>
        <p:spPr>
          <a:xfrm>
            <a:off x="4617720" y="4846320"/>
            <a:ext cx="91440" cy="91440"/>
          </a:xfrm>
          <a:prstGeom prst="ellipse">
            <a:avLst/>
          </a:prstGeom>
          <a:ln w="15875">
            <a:solidFill>
              <a:srgbClr val="9AA6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Problemet er en avstand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 vil bo hjemme. 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bor et annet sted, og du kan ikke være der hver gang noe praktisk må ordnes.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finnes hjelp. Problemet er ikke mangel på tjenester – det er at ingen vet hva som faktisk skjedde, når, og av hvem.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3891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  <a:effectLst>
            <a:outerShdw sx="100000" sy="100000" kx="0" ky="0" algn="bl" rotWithShape="0" blurRad="177800" dist="38100" dir="5400000">
              <a:srgbClr val="101A2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dagligvarer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60920" y="2670048"/>
            <a:ext cx="118872" cy="118872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Tirsdag 18.00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3127248"/>
            <a:ext cx="118872" cy="118872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3035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3584448"/>
            <a:ext cx="118872" cy="118872"/>
          </a:xfrm>
          <a:prstGeom prst="ellipse">
            <a:avLst/>
          </a:prstGeom>
          <a:solidFill>
            <a:srgbClr val="9AA6B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Venter på svar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 kan ordne. Den eldre bestemmer.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</a:t>
            </a:r>
            <a:pPr indent="0" marL="0">
              <a:buNone/>
            </a:pPr>
            <a:r>
              <a:rPr lang="en-US" sz="1000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Setningen alt annet henger på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0515600" cy="1691640"/>
          </a:xfrm>
          <a:prstGeom prst="roundRect">
            <a:avLst>
              <a:gd name="adj" fmla="val 6486"/>
            </a:avLst>
          </a:prstGeom>
          <a:solidFill>
            <a:srgbClr val="FBF6EE"/>
          </a:solidFill>
          <a:ln w="12700">
            <a:solidFill>
              <a:srgbClr val="E4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91640"/>
            <a:ext cx="9784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Naviar Care er en programvaretjeneste som hjelper verifiserte tjenesteleverandører med å planlegge, dokumentere og varsle om praktiske besøk utført av leverandørens egne ansatte.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funksjon prøves mot den setningen. Naviar er ikke: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24688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2519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arbeidsgiver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4251960"/>
            <a:ext cx="24688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42519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leverandør av helsehjelp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4251960"/>
            <a:ext cx="24688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42519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nødtjeneste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15400" y="4251960"/>
            <a:ext cx="24688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25128" y="42519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faglig ansvarlig for medarbeiderne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</a:t>
            </a:r>
            <a:pPr indent="0" marL="0">
              <a:buNone/>
            </a:pPr>
            <a:r>
              <a:rPr lang="en-US" sz="1000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Konseptet ble formet av en grense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Først: markedsplass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3000" y="2377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Privatpersoner registrerer seg som hjelper. Naviar velger person, setter pris, fordeler oppdrag.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5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Forkastet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E6F1ED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Nå: programvare til leverandøren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12280" y="2377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Leverandøren er arbeidsgiver og legger inn sine egne ansatte. Naviar velger ingen og setter ingen lønn.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1228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 som 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«Grunnen er ikke smak.»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noen er arbeidstaker eller oppdragstaker avgjøres av det reelle forholdet, ikke av hva avtalen kalles. En plattform som velger person, setter pris og styrer utførelsen, argumenterer mot seg selv.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</a:t>
            </a:r>
            <a:pPr indent="0" marL="0">
              <a:buNone/>
            </a:pPr>
            <a:r>
              <a:rPr lang="en-US" sz="1000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mennesker, tre ulike dører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enkeltbeslutningen som er lettest å rive ned uten å merke det.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67128"/>
            <a:ext cx="566928" cy="566928"/>
          </a:xfrm>
          <a:prstGeom prst="ellipse">
            <a:avLst/>
          </a:prstGeom>
          <a:solidFill>
            <a:srgbClr val="E6F1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1671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Kontoret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21671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E-postinnlogging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1671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konto, én arbeidsdag, mange besøk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566928" cy="566928"/>
          </a:xfrm>
          <a:prstGeom prst="ellipse">
            <a:avLst/>
          </a:prstGeom>
          <a:solidFill>
            <a:srgbClr val="E6F1E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4015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Hjelperen som søker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34015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+ engangskode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34015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Bekrefter at nummeret er hennes. Én gang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36008"/>
            <a:ext cx="566928" cy="566928"/>
          </a:xfrm>
          <a:prstGeom prst="ellipse">
            <a:avLst/>
          </a:prstGeom>
          <a:solidFill>
            <a:srgbClr val="FBEEE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5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6360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Arbeideren på oppdrag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6360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5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Lenke per besøk. Ingen konto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463600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Tilgang til ett besøk, ikke til et forhold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Arbeiderlenken dør etter tolv timer. Gir vi henne en konto, blir tilgangen varig, og et oppdrag blir en relasjon systemet må vedlikeholde.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</a:t>
            </a:r>
            <a:pPr indent="0" marL="0">
              <a:buNone/>
            </a:pPr>
            <a:r>
              <a:rPr lang="en-US" sz="1000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ting bygges aldri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Uansett hvordan de blir bedt om.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95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Helsehjelp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724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Medisinering, stell, sårbehandling, vurdering av helsetilstand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95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724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BankID, kontonummer eller verdisaker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95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Overvåking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325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Løpende posisjon, bilder fra hjemmet, lydopptak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95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Automatikk uten menneske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325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Avgjørelser med store følger som ingen ser på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flagg er en policy. Fravær av kode er en grense.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</a:t>
            </a:r>
            <a:pPr indent="0" marL="0">
              <a:buNone/>
            </a:pPr>
            <a:r>
              <a:rPr lang="en-US" sz="1000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Opplysningene faller bort i fire trinn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Slettingen kjører ved hver lesning, ikke som en nattjobb. En sletterutine som ikke kjører, er ikke en sletterutine.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timer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23160" y="2203704"/>
            <a:ext cx="146304" cy="14630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6" name="Shape 4"/>
          <p:cNvSpPr/>
          <p:nvPr/>
        </p:nvSpPr>
        <p:spPr>
          <a:xfrm>
            <a:off x="2496312" y="2350008"/>
            <a:ext cx="0" cy="694944"/>
          </a:xfrm>
          <a:prstGeom prst="line">
            <a:avLst/>
          </a:prstGeom>
          <a:noFill/>
          <a:ln w="19050">
            <a:solidFill>
              <a:srgbClr val="DD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2075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Arbeiderlenken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0" y="2121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44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3044952"/>
            <a:ext cx="146304" cy="14630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1" name="Shape 9"/>
          <p:cNvSpPr/>
          <p:nvPr/>
        </p:nvSpPr>
        <p:spPr>
          <a:xfrm>
            <a:off x="2496312" y="3191256"/>
            <a:ext cx="0" cy="694944"/>
          </a:xfrm>
          <a:prstGeom prst="line">
            <a:avLst/>
          </a:prstGeom>
          <a:noFill/>
          <a:ln w="19050">
            <a:solidFill>
              <a:srgbClr val="DD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9169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Friteksten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29626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 · rapport.kommentar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7856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dager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23160" y="3886200"/>
            <a:ext cx="146304" cy="14630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16" name="Shape 14"/>
          <p:cNvSpPr/>
          <p:nvPr/>
        </p:nvSpPr>
        <p:spPr>
          <a:xfrm>
            <a:off x="2496312" y="4032504"/>
            <a:ext cx="0" cy="694944"/>
          </a:xfrm>
          <a:prstGeom prst="line">
            <a:avLst/>
          </a:prstGeom>
          <a:noFill/>
          <a:ln w="19050">
            <a:solidFill>
              <a:srgbClr val="DD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758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Navn og kontaktpunkt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52160" y="38039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kunde · pårørende · ansattnavn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626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år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23160" y="4727448"/>
            <a:ext cx="146304" cy="146304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4599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Resten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52160" y="4645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oppgaver · tid · status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48640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10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486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SOM STÅR IGJEN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54864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Måned og utfall. Raden handler ikke om noen lenger.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Tallene er utledet, ikke valgt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Brukerne er eldre og pårørende. Det avgjør målene.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 internt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Kravet i WCAG AA på 4,5:1 er utledet som 3:1 × 1,5 for synsstyrken til en åttiåring – altså null margin for våre brukere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px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38912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Trykkflate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3611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krever 24. Førtifire treffes ikke av en hånd som skjelver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95528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Skrift uten å flyte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0" y="3611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 brekker der engelsk ikke gjør det. «Funksjonsnedsettelse» får ikke plass på en telefon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40 feilmeldinger er role="alert". En sperre uten alternativ blir omgått – og for den som ikke ser skjermen, fantes alternativet aldri.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NAVIAR </a:t>
            </a:r>
            <a:pPr indent="0" marL="0">
              <a:buNone/>
            </a:pPr>
            <a:r>
              <a:rPr lang="en-US" sz="1000" spc="200" kern="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tjenester under ett merke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E6F1ED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Besøksbekreftelse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450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«Ett besøk. Én bekreftelse. Alle vet det.»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88720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Leverandøren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Selges som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39684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Programvare per leverandør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4379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88720" y="4626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 som pilot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FBF6EE"/>
          </a:solidFill>
          <a:ln w="12700">
            <a:solidFill>
              <a:srgbClr val="E4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Klarhet 45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2450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«Én samtale. Tre tydelige neste steg.»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 eller den eldre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2940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Selges som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39684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 kr for 45 minutter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9400" y="4379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4626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 sperret til fire punkter er avklart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5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Legekonsultasjon er tegnet, beskrevet og bevisst ikke bygget: vurdering av symptomer er helsehjelp.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 det står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CB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enhetstester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CB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3891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nettlesertester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4CB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feilende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8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Personvernsperra er prøvd mot en ekte PostgreSQL: 79 tekster gjennom både nettleseren og databasen, null uenigheter. Krympingen i fire trinn er kjørt for ekte.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B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Varemerket er ikke søkt opp – navnet er ikke bekreftet ledig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9320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avgjørelser om innlogging står åpne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47725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 for Klarhet krever fire juridiske avklaringer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6263640"/>
            <a:ext cx="3840480" cy="0"/>
          </a:xfrm>
          <a:prstGeom prst="line">
            <a:avLst/>
          </a:prstGeom>
          <a:noFill/>
          <a:ln w="15875">
            <a:solidFill>
              <a:srgbClr val="4CB9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6217920"/>
            <a:ext cx="91440" cy="91440"/>
          </a:xfrm>
          <a:prstGeom prst="ellipse">
            <a:avLst/>
          </a:prstGeom>
          <a:solidFill>
            <a:srgbClr val="4CB99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6217920"/>
            <a:ext cx="91440" cy="91440"/>
          </a:xfrm>
          <a:prstGeom prst="ellipse">
            <a:avLst/>
          </a:prstGeom>
          <a:ln w="15875">
            <a:solidFill>
              <a:srgbClr val="4CB99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Naviar Care – konseptet</dc:title>
  <dc:subject>PptxGenJS Presentation</dc:subject>
  <dc:creator>Naviar Care</dc:creator>
  <cp:lastModifiedBy>Naviar Care</cp:lastModifiedBy>
  <cp:revision>1</cp:revision>
  <dcterms:created xsi:type="dcterms:W3CDTF">2026-08-24T14:09:33Z</dcterms:created>
  <dcterms:modified xsi:type="dcterms:W3CDTF">2026-08-24T14:09:33Z</dcterms:modified>
</cp:coreProperties>
</file>